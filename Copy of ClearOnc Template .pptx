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5" r:id="rId4"/>
    <p:sldMasterId id="214748368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Libre Franklin"/>
      <p:regular r:id="rId31"/>
      <p:bold r:id="rId32"/>
      <p:italic r:id="rId33"/>
      <p:boldItalic r:id="rId34"/>
    </p:embeddedFont>
    <p:embeddedFont>
      <p:font typeface="Franklin Gothic"/>
      <p:bold r:id="rId35"/>
    </p:embeddedFont>
    <p:embeddedFont>
      <p:font typeface="Montserrat"/>
      <p:regular r:id="rId36"/>
      <p:bold r:id="rId37"/>
      <p:italic r:id="rId38"/>
      <p:boldItalic r:id="rId39"/>
    </p:embeddedFont>
    <p:embeddedFont>
      <p:font typeface="Libre Franklin Medium"/>
      <p:regular r:id="rId40"/>
      <p:bold r:id="rId41"/>
      <p:italic r:id="rId42"/>
      <p:bold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ibreFranklinMedium-regular.fntdata"/><Relationship Id="rId20" Type="http://schemas.openxmlformats.org/officeDocument/2006/relationships/slide" Target="slides/slide14.xml"/><Relationship Id="rId42" Type="http://schemas.openxmlformats.org/officeDocument/2006/relationships/font" Target="fonts/LibreFranklinMedium-italic.fntdata"/><Relationship Id="rId41" Type="http://schemas.openxmlformats.org/officeDocument/2006/relationships/font" Target="fonts/LibreFranklinMedium-bold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43" Type="http://schemas.openxmlformats.org/officeDocument/2006/relationships/font" Target="fonts/LibreFranklinMedium-boldItalic.fntdata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LibreFranklin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LibreFranklin-italic.fntdata"/><Relationship Id="rId10" Type="http://schemas.openxmlformats.org/officeDocument/2006/relationships/slide" Target="slides/slide4.xml"/><Relationship Id="rId32" Type="http://schemas.openxmlformats.org/officeDocument/2006/relationships/font" Target="fonts/LibreFranklin-bold.fntdata"/><Relationship Id="rId13" Type="http://schemas.openxmlformats.org/officeDocument/2006/relationships/slide" Target="slides/slide7.xml"/><Relationship Id="rId35" Type="http://schemas.openxmlformats.org/officeDocument/2006/relationships/font" Target="fonts/FranklinGothic-bold.fntdata"/><Relationship Id="rId12" Type="http://schemas.openxmlformats.org/officeDocument/2006/relationships/slide" Target="slides/slide6.xml"/><Relationship Id="rId34" Type="http://schemas.openxmlformats.org/officeDocument/2006/relationships/font" Target="fonts/LibreFranklin-boldItalic.fntdata"/><Relationship Id="rId15" Type="http://schemas.openxmlformats.org/officeDocument/2006/relationships/slide" Target="slides/slide9.xml"/><Relationship Id="rId37" Type="http://schemas.openxmlformats.org/officeDocument/2006/relationships/font" Target="fonts/Montserrat-bold.fntdata"/><Relationship Id="rId14" Type="http://schemas.openxmlformats.org/officeDocument/2006/relationships/slide" Target="slides/slide8.xml"/><Relationship Id="rId36" Type="http://schemas.openxmlformats.org/officeDocument/2006/relationships/font" Target="fonts/Montserrat-regular.fntdata"/><Relationship Id="rId17" Type="http://schemas.openxmlformats.org/officeDocument/2006/relationships/slide" Target="slides/slide11.xml"/><Relationship Id="rId39" Type="http://schemas.openxmlformats.org/officeDocument/2006/relationships/font" Target="fonts/Montserrat-boldItalic.fntdata"/><Relationship Id="rId16" Type="http://schemas.openxmlformats.org/officeDocument/2006/relationships/slide" Target="slides/slide10.xml"/><Relationship Id="rId38" Type="http://schemas.openxmlformats.org/officeDocument/2006/relationships/font" Target="fonts/Montserrat-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afbd7d37ea_2_1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g3afbd7d37ea_2_1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afbd7d37ea_2_1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fc5d8f7b4_0_3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fc5d8f7b4_0_3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afc5d8f7b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afc5d8f7b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3afbd7d37ea_2_1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g3afbd7d37ea_2_1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fc5d8f7b4_0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fc5d8f7b4_0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afc5d8f7b4_0_4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afc5d8f7b4_0_4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afc5d8f7b4_0_4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afc5d8f7b4_0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fc5d8f7b4_0_4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3afc5d8f7b4_0_4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fc5d8f7b4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fc5d8f7b4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afc5d8f7b4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3afc5d8f7b4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fc5d8f7b4_0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fc5d8f7b4_0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afc5d8f7b4_0_4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afc5d8f7b4_0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afc5d8f7b4_0_4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3afc5d8f7b4_0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fc5d8f7b4_0_4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fc5d8f7b4_0_4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3afc5d8f7b4_0_4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3afc5d8f7b4_0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g3afc5d8f7b4_0_4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9" name="Google Shape;389;g3afc5d8f7b4_0_4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afc5d8f7b4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3afc5d8f7b4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afc5d8f7b4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afc5d8f7b4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3afc5d8f7b4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3afc5d8f7b4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afc5d8f7b4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afc5d8f7b4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afc5d8f7b4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3afc5d8f7b4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afc5d8f7b4_0_5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3afc5d8f7b4_0_5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afc5d8f7b4_0_5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0" name="Google Shape;450;g3afc5d8f7b4_0_5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afc5d8f7b4_0_5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afc5d8f7b4_0_5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dk1"/>
              </a:gs>
              <a:gs pos="4000">
                <a:schemeClr val="dk1"/>
              </a:gs>
              <a:gs pos="46000">
                <a:schemeClr val="dk2"/>
              </a:gs>
              <a:gs pos="86000">
                <a:schemeClr val="dk1"/>
              </a:gs>
              <a:gs pos="100000">
                <a:schemeClr val="dk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741188" y="1202384"/>
            <a:ext cx="4571477" cy="179456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4500"/>
              <a:buNone/>
              <a:defRPr b="0" i="0" sz="4500" cap="non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741186" y="3033522"/>
            <a:ext cx="4608054" cy="6103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Libre Franklin Medium"/>
              <a:buNone/>
              <a:defRPr b="0" i="0" sz="1400">
                <a:solidFill>
                  <a:schemeClr val="accent5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8" name="Google Shape;58;p14"/>
          <p:cNvSpPr/>
          <p:nvPr/>
        </p:nvSpPr>
        <p:spPr>
          <a:xfrm>
            <a:off x="741186" y="4309194"/>
            <a:ext cx="2812956" cy="23842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59" name="Google Shape;59;p14"/>
          <p:cNvSpPr/>
          <p:nvPr/>
        </p:nvSpPr>
        <p:spPr>
          <a:xfrm>
            <a:off x="4795504" y="497586"/>
            <a:ext cx="4348496" cy="184346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Slide">
  <p:cSld name="2_Title Slid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/>
          <p:nvPr/>
        </p:nvSpPr>
        <p:spPr>
          <a:xfrm>
            <a:off x="2137834" y="0"/>
            <a:ext cx="7006166" cy="5143500"/>
          </a:xfrm>
          <a:prstGeom prst="rect">
            <a:avLst/>
          </a:prstGeom>
          <a:gradFill>
            <a:gsLst>
              <a:gs pos="0">
                <a:schemeClr val="dk1"/>
              </a:gs>
              <a:gs pos="22000">
                <a:schemeClr val="dk1"/>
              </a:gs>
              <a:gs pos="41000">
                <a:schemeClr val="accent1"/>
              </a:gs>
              <a:gs pos="71000">
                <a:schemeClr val="dk1"/>
              </a:gs>
              <a:gs pos="90000">
                <a:srgbClr val="D8F0F6"/>
              </a:gs>
              <a:gs pos="100000">
                <a:srgbClr val="D8F0F6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2874788" y="1118945"/>
            <a:ext cx="4571476" cy="179456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4500"/>
              <a:buNone/>
              <a:defRPr b="0" i="0" sz="4500" cap="non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3" name="Google Shape;63;p15"/>
          <p:cNvSpPr txBox="1"/>
          <p:nvPr>
            <p:ph idx="2" type="body"/>
          </p:nvPr>
        </p:nvSpPr>
        <p:spPr>
          <a:xfrm>
            <a:off x="2874787" y="2950083"/>
            <a:ext cx="4608054" cy="6103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Libre Franklin Medium"/>
              <a:buNone/>
              <a:defRPr b="0" i="0" sz="1400">
                <a:solidFill>
                  <a:schemeClr val="accent2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4" name="Google Shape;64;p15"/>
          <p:cNvSpPr/>
          <p:nvPr/>
        </p:nvSpPr>
        <p:spPr>
          <a:xfrm>
            <a:off x="293817" y="2147436"/>
            <a:ext cx="1474995" cy="8486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5" name="Google Shape;65;p15"/>
          <p:cNvSpPr/>
          <p:nvPr/>
        </p:nvSpPr>
        <p:spPr>
          <a:xfrm>
            <a:off x="2042160" y="0"/>
            <a:ext cx="95674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795504" y="497586"/>
            <a:ext cx="4348496" cy="184346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Title Slide">
  <p:cSld name="3_Title Slid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/>
          <p:nvPr/>
        </p:nvSpPr>
        <p:spPr>
          <a:xfrm>
            <a:off x="4795505" y="497586"/>
            <a:ext cx="4348496" cy="184346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2493788" y="1168094"/>
            <a:ext cx="4571477" cy="179456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4500"/>
              <a:buNone/>
              <a:defRPr b="0" i="0" sz="4500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2493786" y="2999232"/>
            <a:ext cx="4608054" cy="6103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Libre Franklin Medium"/>
              <a:buNone/>
              <a:defRPr b="0" i="0" sz="140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6"/>
          <p:cNvSpPr/>
          <p:nvPr/>
        </p:nvSpPr>
        <p:spPr>
          <a:xfrm>
            <a:off x="1" y="0"/>
            <a:ext cx="2078735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2042160" y="0"/>
            <a:ext cx="95674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293817" y="2147436"/>
            <a:ext cx="1474995" cy="84862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_Title Slide">
  <p:cSld name="4_Title Slide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/>
          <p:nvPr/>
        </p:nvSpPr>
        <p:spPr>
          <a:xfrm>
            <a:off x="0" y="0"/>
            <a:ext cx="9144000" cy="5212080"/>
          </a:xfrm>
          <a:prstGeom prst="rect">
            <a:avLst/>
          </a:prstGeom>
          <a:gradFill>
            <a:gsLst>
              <a:gs pos="0">
                <a:schemeClr val="dk1"/>
              </a:gs>
              <a:gs pos="4000">
                <a:schemeClr val="dk1"/>
              </a:gs>
              <a:gs pos="46000">
                <a:schemeClr val="dk2"/>
              </a:gs>
              <a:gs pos="86000">
                <a:schemeClr val="dk1"/>
              </a:gs>
              <a:gs pos="100000">
                <a:schemeClr val="dk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6" name="Google Shape;76;p17"/>
          <p:cNvSpPr/>
          <p:nvPr/>
        </p:nvSpPr>
        <p:spPr>
          <a:xfrm>
            <a:off x="7415170" y="693472"/>
            <a:ext cx="1728830" cy="761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7415169" y="693472"/>
            <a:ext cx="56980" cy="76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741188" y="1202384"/>
            <a:ext cx="4571477" cy="179456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4500"/>
              <a:buNone/>
              <a:defRPr b="0" i="0" sz="4500" cap="non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9" name="Google Shape;79;p17"/>
          <p:cNvSpPr txBox="1"/>
          <p:nvPr>
            <p:ph idx="2" type="body"/>
          </p:nvPr>
        </p:nvSpPr>
        <p:spPr>
          <a:xfrm>
            <a:off x="741186" y="3033522"/>
            <a:ext cx="4608054" cy="6103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Libre Franklin Medium"/>
              <a:buNone/>
              <a:defRPr b="0" i="0" sz="1400">
                <a:solidFill>
                  <a:schemeClr val="accent1"/>
                </a:solidFill>
                <a:latin typeface="Libre Franklin Medium"/>
                <a:ea typeface="Libre Franklin Medium"/>
                <a:cs typeface="Libre Franklin Medium"/>
                <a:sym typeface="Libre Franklin Medium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0" name="Google Shape;80;p17"/>
          <p:cNvSpPr/>
          <p:nvPr/>
        </p:nvSpPr>
        <p:spPr>
          <a:xfrm>
            <a:off x="741186" y="4309194"/>
            <a:ext cx="2812956" cy="23842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1" name="Google Shape;81;p17"/>
          <p:cNvSpPr/>
          <p:nvPr/>
        </p:nvSpPr>
        <p:spPr>
          <a:xfrm>
            <a:off x="7748253" y="853945"/>
            <a:ext cx="1069375" cy="4420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_Title Slide">
  <p:cSld name="5_Title Slide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/>
          <p:nvPr/>
        </p:nvSpPr>
        <p:spPr>
          <a:xfrm flipH="1" rot="10800000">
            <a:off x="0" y="-8494"/>
            <a:ext cx="9144000" cy="38337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4" name="Google Shape;84;p18"/>
          <p:cNvSpPr/>
          <p:nvPr/>
        </p:nvSpPr>
        <p:spPr>
          <a:xfrm flipH="1">
            <a:off x="-1912" y="3893949"/>
            <a:ext cx="9143879" cy="1249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85" name="Google Shape;85;p18"/>
          <p:cNvSpPr/>
          <p:nvPr/>
        </p:nvSpPr>
        <p:spPr>
          <a:xfrm flipH="1">
            <a:off x="-1787" y="3721381"/>
            <a:ext cx="9143879" cy="21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86" name="Google Shape;86;p18"/>
          <p:cNvCxnSpPr/>
          <p:nvPr/>
        </p:nvCxnSpPr>
        <p:spPr>
          <a:xfrm>
            <a:off x="-1912" y="3940127"/>
            <a:ext cx="9144004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" name="Google Shape;87;p18"/>
          <p:cNvSpPr txBox="1"/>
          <p:nvPr>
            <p:ph idx="1" type="subTitle"/>
          </p:nvPr>
        </p:nvSpPr>
        <p:spPr>
          <a:xfrm>
            <a:off x="680896" y="883529"/>
            <a:ext cx="3954766" cy="161315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b="0" i="0" sz="3600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88" name="Google Shape;88;p18"/>
          <p:cNvSpPr txBox="1"/>
          <p:nvPr>
            <p:ph idx="2" type="body"/>
          </p:nvPr>
        </p:nvSpPr>
        <p:spPr>
          <a:xfrm>
            <a:off x="691712" y="2578052"/>
            <a:ext cx="3943950" cy="5349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Libre Franklin"/>
              <a:buNone/>
              <a:defRPr b="0" i="0"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9" name="Google Shape;89;p18"/>
          <p:cNvSpPr/>
          <p:nvPr/>
        </p:nvSpPr>
        <p:spPr>
          <a:xfrm>
            <a:off x="741186" y="4415927"/>
            <a:ext cx="3127375" cy="26507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0" name="Google Shape;90;p18"/>
          <p:cNvSpPr/>
          <p:nvPr/>
        </p:nvSpPr>
        <p:spPr>
          <a:xfrm>
            <a:off x="7415170" y="693472"/>
            <a:ext cx="1728830" cy="761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1" name="Google Shape;91;p18"/>
          <p:cNvSpPr/>
          <p:nvPr/>
        </p:nvSpPr>
        <p:spPr>
          <a:xfrm>
            <a:off x="7748253" y="853945"/>
            <a:ext cx="1069375" cy="4420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2" name="Google Shape;92;p18"/>
          <p:cNvSpPr/>
          <p:nvPr/>
        </p:nvSpPr>
        <p:spPr>
          <a:xfrm>
            <a:off x="7415169" y="693472"/>
            <a:ext cx="56980" cy="76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Title Slide">
  <p:cSld name="6_Title Slid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0" y="-5435"/>
            <a:ext cx="9144000" cy="3945563"/>
          </a:xfrm>
          <a:prstGeom prst="rect">
            <a:avLst/>
          </a:prstGeom>
          <a:gradFill>
            <a:gsLst>
              <a:gs pos="0">
                <a:schemeClr val="dk1"/>
              </a:gs>
              <a:gs pos="3000">
                <a:schemeClr val="dk1"/>
              </a:gs>
              <a:gs pos="46000">
                <a:schemeClr val="dk2"/>
              </a:gs>
              <a:gs pos="86000">
                <a:schemeClr val="dk1"/>
              </a:gs>
              <a:gs pos="100000">
                <a:schemeClr val="dk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5" name="Google Shape;95;p19"/>
          <p:cNvSpPr txBox="1"/>
          <p:nvPr>
            <p:ph idx="1" type="subTitle"/>
          </p:nvPr>
        </p:nvSpPr>
        <p:spPr>
          <a:xfrm>
            <a:off x="680896" y="877228"/>
            <a:ext cx="3954766" cy="1613157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600"/>
              <a:buNone/>
              <a:defRPr b="0" i="0" sz="3600" cap="non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96" name="Google Shape;96;p19"/>
          <p:cNvSpPr txBox="1"/>
          <p:nvPr>
            <p:ph idx="2" type="body"/>
          </p:nvPr>
        </p:nvSpPr>
        <p:spPr>
          <a:xfrm>
            <a:off x="691712" y="2571750"/>
            <a:ext cx="3943950" cy="53499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400"/>
              <a:buFont typeface="Libre Franklin"/>
              <a:buNone/>
              <a:defRPr b="0" i="0" sz="1400">
                <a:solidFill>
                  <a:schemeClr val="accen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7" name="Google Shape;97;p19"/>
          <p:cNvSpPr/>
          <p:nvPr/>
        </p:nvSpPr>
        <p:spPr>
          <a:xfrm flipH="1">
            <a:off x="-1912" y="3893949"/>
            <a:ext cx="9143879" cy="124955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98" name="Google Shape;98;p19"/>
          <p:cNvSpPr/>
          <p:nvPr/>
        </p:nvSpPr>
        <p:spPr>
          <a:xfrm>
            <a:off x="741186" y="4423090"/>
            <a:ext cx="3127384" cy="26507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99" name="Google Shape;99;p19"/>
          <p:cNvSpPr/>
          <p:nvPr/>
        </p:nvSpPr>
        <p:spPr>
          <a:xfrm flipH="1">
            <a:off x="-1787" y="3721381"/>
            <a:ext cx="9143879" cy="21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0" name="Google Shape;100;p19"/>
          <p:cNvSpPr/>
          <p:nvPr/>
        </p:nvSpPr>
        <p:spPr>
          <a:xfrm>
            <a:off x="7415170" y="693472"/>
            <a:ext cx="1728830" cy="761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7748253" y="853945"/>
            <a:ext cx="1069375" cy="4420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2" name="Google Shape;102;p19"/>
          <p:cNvSpPr/>
          <p:nvPr/>
        </p:nvSpPr>
        <p:spPr>
          <a:xfrm>
            <a:off x="7415169" y="693472"/>
            <a:ext cx="56980" cy="76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03" name="Google Shape;103;p19"/>
          <p:cNvCxnSpPr/>
          <p:nvPr/>
        </p:nvCxnSpPr>
        <p:spPr>
          <a:xfrm>
            <a:off x="-1912" y="3940127"/>
            <a:ext cx="9144004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Option 1_1">
  <p:cSld name="Content Slide Option 1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577850" y="273844"/>
            <a:ext cx="7668476" cy="7464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anklin Gothic"/>
              <a:buNone/>
              <a:defRPr b="0" i="0" sz="2600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577851" y="1179226"/>
            <a:ext cx="7668475" cy="328461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accent5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07" name="Google Shape;107;p20"/>
          <p:cNvSpPr txBox="1"/>
          <p:nvPr/>
        </p:nvSpPr>
        <p:spPr>
          <a:xfrm>
            <a:off x="8085053" y="4622725"/>
            <a:ext cx="857466" cy="19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800" u="none" cap="none" strike="noStrike">
              <a:solidFill>
                <a:srgbClr val="052838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08" name="Google Shape;108;p20"/>
          <p:cNvSpPr/>
          <p:nvPr/>
        </p:nvSpPr>
        <p:spPr>
          <a:xfrm>
            <a:off x="8380373" y="252085"/>
            <a:ext cx="562146" cy="23235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9" name="Google Shape;109;p20"/>
          <p:cNvSpPr/>
          <p:nvPr/>
        </p:nvSpPr>
        <p:spPr>
          <a:xfrm flipH="1">
            <a:off x="121" y="4924754"/>
            <a:ext cx="9143879" cy="21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Option 1_8">
  <p:cSld name="Content Slide Option 1_8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577851" y="1646592"/>
            <a:ext cx="3745414" cy="2817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2" name="Google Shape;112;p21"/>
          <p:cNvSpPr txBox="1"/>
          <p:nvPr>
            <p:ph idx="2" type="body"/>
          </p:nvPr>
        </p:nvSpPr>
        <p:spPr>
          <a:xfrm>
            <a:off x="4572000" y="1646592"/>
            <a:ext cx="3657600" cy="2817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type="title"/>
          </p:nvPr>
        </p:nvSpPr>
        <p:spPr>
          <a:xfrm>
            <a:off x="577851" y="273844"/>
            <a:ext cx="7651749" cy="7866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anklin Gothic"/>
              <a:buNone/>
              <a:defRPr b="1" i="0" sz="2600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4" name="Google Shape;114;p21"/>
          <p:cNvSpPr txBox="1"/>
          <p:nvPr>
            <p:ph idx="3" type="body"/>
          </p:nvPr>
        </p:nvSpPr>
        <p:spPr>
          <a:xfrm>
            <a:off x="578470" y="1230529"/>
            <a:ext cx="374541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Franklin Gothic"/>
              <a:buNone/>
              <a:defRPr b="1" i="0" sz="1500" cap="none">
                <a:solidFill>
                  <a:schemeClr val="accen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5" name="Google Shape;115;p21"/>
          <p:cNvSpPr txBox="1"/>
          <p:nvPr>
            <p:ph idx="4" type="body"/>
          </p:nvPr>
        </p:nvSpPr>
        <p:spPr>
          <a:xfrm>
            <a:off x="4625003" y="1230529"/>
            <a:ext cx="36045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Franklin Gothic"/>
              <a:buNone/>
              <a:defRPr b="1" i="0" sz="1500" cap="none">
                <a:solidFill>
                  <a:schemeClr val="accen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1"/>
          <p:cNvSpPr txBox="1"/>
          <p:nvPr/>
        </p:nvSpPr>
        <p:spPr>
          <a:xfrm>
            <a:off x="8085053" y="4622725"/>
            <a:ext cx="857466" cy="19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800" u="none" cap="none" strike="noStrike">
              <a:solidFill>
                <a:srgbClr val="052838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17" name="Google Shape;117;p21"/>
          <p:cNvSpPr/>
          <p:nvPr/>
        </p:nvSpPr>
        <p:spPr>
          <a:xfrm>
            <a:off x="8380373" y="252085"/>
            <a:ext cx="562146" cy="23235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18" name="Google Shape;118;p21"/>
          <p:cNvSpPr/>
          <p:nvPr/>
        </p:nvSpPr>
        <p:spPr>
          <a:xfrm flipH="1">
            <a:off x="121" y="4924754"/>
            <a:ext cx="9143879" cy="21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Option 1_11">
  <p:cSld name="Content Slide Option 1_11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628650" y="273845"/>
            <a:ext cx="7308230" cy="7156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anklin Gothic"/>
              <a:buNone/>
              <a:defRPr b="0" i="0" sz="2600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628650" y="1700810"/>
            <a:ext cx="2397443" cy="26648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None/>
              <a:defRPr b="0" i="0" sz="1400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2"/>
          <p:cNvSpPr txBox="1"/>
          <p:nvPr>
            <p:ph idx="2" type="body"/>
          </p:nvPr>
        </p:nvSpPr>
        <p:spPr>
          <a:xfrm>
            <a:off x="628650" y="1263980"/>
            <a:ext cx="2397443" cy="4368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Franklin Gothic"/>
              <a:buNone/>
              <a:defRPr b="1" i="0" sz="1500" cap="none">
                <a:solidFill>
                  <a:schemeClr val="accen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2"/>
          <p:cNvSpPr txBox="1"/>
          <p:nvPr>
            <p:ph idx="3" type="body"/>
          </p:nvPr>
        </p:nvSpPr>
        <p:spPr>
          <a:xfrm>
            <a:off x="3376136" y="1700810"/>
            <a:ext cx="2400300" cy="26648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None/>
              <a:defRPr b="0" i="0" sz="1400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4" name="Google Shape;124;p22"/>
          <p:cNvSpPr txBox="1"/>
          <p:nvPr>
            <p:ph idx="4" type="body"/>
          </p:nvPr>
        </p:nvSpPr>
        <p:spPr>
          <a:xfrm>
            <a:off x="3376136" y="1263980"/>
            <a:ext cx="2400300" cy="4368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Franklin Gothic"/>
              <a:buNone/>
              <a:defRPr b="1" i="0" sz="1500" cap="none">
                <a:solidFill>
                  <a:schemeClr val="accen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5" name="Google Shape;125;p22"/>
          <p:cNvSpPr txBox="1"/>
          <p:nvPr>
            <p:ph idx="5" type="body"/>
          </p:nvPr>
        </p:nvSpPr>
        <p:spPr>
          <a:xfrm>
            <a:off x="6126480" y="1700810"/>
            <a:ext cx="2400300" cy="26648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None/>
              <a:defRPr b="0" i="0" sz="1400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6" name="Google Shape;126;p22"/>
          <p:cNvSpPr txBox="1"/>
          <p:nvPr>
            <p:ph idx="6" type="body"/>
          </p:nvPr>
        </p:nvSpPr>
        <p:spPr>
          <a:xfrm>
            <a:off x="6126480" y="1263980"/>
            <a:ext cx="2400300" cy="4368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Franklin Gothic"/>
              <a:buNone/>
              <a:defRPr b="1" i="0" sz="1500" cap="none">
                <a:solidFill>
                  <a:schemeClr val="accen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2"/>
          <p:cNvSpPr txBox="1"/>
          <p:nvPr/>
        </p:nvSpPr>
        <p:spPr>
          <a:xfrm>
            <a:off x="8085053" y="4622725"/>
            <a:ext cx="857466" cy="19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800" u="none" cap="none" strike="noStrike">
              <a:solidFill>
                <a:srgbClr val="052838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28" name="Google Shape;128;p22"/>
          <p:cNvSpPr/>
          <p:nvPr/>
        </p:nvSpPr>
        <p:spPr>
          <a:xfrm>
            <a:off x="8380373" y="252085"/>
            <a:ext cx="562146" cy="23235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29" name="Google Shape;129;p22"/>
          <p:cNvSpPr/>
          <p:nvPr/>
        </p:nvSpPr>
        <p:spPr>
          <a:xfrm flipH="1">
            <a:off x="121" y="4924754"/>
            <a:ext cx="9143879" cy="21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Option 1_3">
  <p:cSld name="Content Slide Option 1_3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/>
        </p:nvSpPr>
        <p:spPr>
          <a:xfrm>
            <a:off x="8085053" y="4622725"/>
            <a:ext cx="857466" cy="19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800" u="none" cap="none" strike="noStrike">
              <a:solidFill>
                <a:srgbClr val="052838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2" name="Google Shape;132;p23"/>
          <p:cNvSpPr txBox="1"/>
          <p:nvPr>
            <p:ph type="title"/>
          </p:nvPr>
        </p:nvSpPr>
        <p:spPr>
          <a:xfrm>
            <a:off x="4022804" y="330339"/>
            <a:ext cx="4198434" cy="7464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Franklin Gothic"/>
              <a:buNone/>
              <a:defRPr b="0" i="0" sz="2600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3" name="Google Shape;133;p23"/>
          <p:cNvSpPr/>
          <p:nvPr>
            <p:ph idx="2" type="pic"/>
          </p:nvPr>
        </p:nvSpPr>
        <p:spPr>
          <a:xfrm>
            <a:off x="0" y="-1"/>
            <a:ext cx="3511296" cy="5143499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4022803" y="1224516"/>
            <a:ext cx="4198434" cy="3239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5" name="Google Shape;135;p23"/>
          <p:cNvSpPr/>
          <p:nvPr/>
        </p:nvSpPr>
        <p:spPr>
          <a:xfrm>
            <a:off x="8380373" y="252085"/>
            <a:ext cx="562146" cy="23235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36" name="Google Shape;136;p23"/>
          <p:cNvSpPr/>
          <p:nvPr/>
        </p:nvSpPr>
        <p:spPr>
          <a:xfrm flipH="1">
            <a:off x="121" y="4924754"/>
            <a:ext cx="9143879" cy="21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Option 2_1">
  <p:cSld name="Content Slide Option 2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4"/>
          <p:cNvSpPr/>
          <p:nvPr/>
        </p:nvSpPr>
        <p:spPr>
          <a:xfrm>
            <a:off x="0" y="0"/>
            <a:ext cx="9144000" cy="826994"/>
          </a:xfrm>
          <a:prstGeom prst="rect">
            <a:avLst/>
          </a:prstGeom>
          <a:gradFill>
            <a:gsLst>
              <a:gs pos="0">
                <a:schemeClr val="dk1"/>
              </a:gs>
              <a:gs pos="3000">
                <a:schemeClr val="dk1"/>
              </a:gs>
              <a:gs pos="46000">
                <a:schemeClr val="dk2"/>
              </a:gs>
              <a:gs pos="86000">
                <a:schemeClr val="dk1"/>
              </a:gs>
              <a:gs pos="100000">
                <a:schemeClr val="dk1"/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2700">
            <a:solidFill>
              <a:srgbClr val="6B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39" name="Google Shape;139;p24"/>
          <p:cNvSpPr txBox="1"/>
          <p:nvPr>
            <p:ph type="title"/>
          </p:nvPr>
        </p:nvSpPr>
        <p:spPr>
          <a:xfrm>
            <a:off x="577850" y="262930"/>
            <a:ext cx="7668476" cy="41673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Franklin Gothic"/>
              <a:buNone/>
              <a:defRPr b="0" i="0" sz="2600" cap="none">
                <a:solidFill>
                  <a:schemeClr val="accen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0" name="Google Shape;140;p24"/>
          <p:cNvSpPr txBox="1"/>
          <p:nvPr>
            <p:ph idx="1" type="body"/>
          </p:nvPr>
        </p:nvSpPr>
        <p:spPr>
          <a:xfrm>
            <a:off x="577851" y="1179226"/>
            <a:ext cx="7668475" cy="328461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1" name="Google Shape;141;p24"/>
          <p:cNvSpPr txBox="1"/>
          <p:nvPr/>
        </p:nvSpPr>
        <p:spPr>
          <a:xfrm>
            <a:off x="8085053" y="4622725"/>
            <a:ext cx="857466" cy="19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800" u="none" cap="none" strike="noStrike">
              <a:solidFill>
                <a:srgbClr val="052838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2" name="Google Shape;142;p24"/>
          <p:cNvSpPr/>
          <p:nvPr/>
        </p:nvSpPr>
        <p:spPr>
          <a:xfrm>
            <a:off x="8380373" y="238943"/>
            <a:ext cx="562146" cy="23235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43" name="Google Shape;143;p24"/>
          <p:cNvSpPr/>
          <p:nvPr/>
        </p:nvSpPr>
        <p:spPr>
          <a:xfrm flipH="1">
            <a:off x="121" y="4924754"/>
            <a:ext cx="9143879" cy="21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Option 2_5">
  <p:cSld name="Content Slide Option 2_5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5"/>
          <p:cNvSpPr/>
          <p:nvPr/>
        </p:nvSpPr>
        <p:spPr>
          <a:xfrm>
            <a:off x="0" y="0"/>
            <a:ext cx="9144000" cy="826994"/>
          </a:xfrm>
          <a:prstGeom prst="rect">
            <a:avLst/>
          </a:prstGeom>
          <a:gradFill>
            <a:gsLst>
              <a:gs pos="0">
                <a:schemeClr val="dk1"/>
              </a:gs>
              <a:gs pos="3000">
                <a:schemeClr val="dk1"/>
              </a:gs>
              <a:gs pos="46000">
                <a:schemeClr val="dk2"/>
              </a:gs>
              <a:gs pos="86000">
                <a:schemeClr val="dk1"/>
              </a:gs>
              <a:gs pos="100000">
                <a:schemeClr val="dk1"/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2700">
            <a:solidFill>
              <a:srgbClr val="6B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46" name="Google Shape;146;p25"/>
          <p:cNvSpPr txBox="1"/>
          <p:nvPr>
            <p:ph idx="1" type="body"/>
          </p:nvPr>
        </p:nvSpPr>
        <p:spPr>
          <a:xfrm>
            <a:off x="577851" y="1646592"/>
            <a:ext cx="3745414" cy="2817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5"/>
          <p:cNvSpPr txBox="1"/>
          <p:nvPr>
            <p:ph idx="2" type="body"/>
          </p:nvPr>
        </p:nvSpPr>
        <p:spPr>
          <a:xfrm>
            <a:off x="4572000" y="1646592"/>
            <a:ext cx="3657600" cy="281724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5"/>
          <p:cNvSpPr txBox="1"/>
          <p:nvPr>
            <p:ph type="title"/>
          </p:nvPr>
        </p:nvSpPr>
        <p:spPr>
          <a:xfrm>
            <a:off x="577851" y="273845"/>
            <a:ext cx="7651749" cy="4058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Franklin Gothic"/>
              <a:buNone/>
              <a:defRPr b="1" i="0" sz="2600" cap="none">
                <a:solidFill>
                  <a:schemeClr val="accen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9" name="Google Shape;149;p25"/>
          <p:cNvSpPr txBox="1"/>
          <p:nvPr>
            <p:ph idx="3" type="body"/>
          </p:nvPr>
        </p:nvSpPr>
        <p:spPr>
          <a:xfrm>
            <a:off x="578470" y="1230529"/>
            <a:ext cx="3745414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Franklin Gothic"/>
              <a:buNone/>
              <a:defRPr b="1" i="0" sz="1500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0" name="Google Shape;150;p25"/>
          <p:cNvSpPr txBox="1"/>
          <p:nvPr>
            <p:ph idx="4" type="body"/>
          </p:nvPr>
        </p:nvSpPr>
        <p:spPr>
          <a:xfrm>
            <a:off x="4625003" y="1230529"/>
            <a:ext cx="3604597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Franklin Gothic"/>
              <a:buNone/>
              <a:defRPr b="1" i="0" sz="1500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1" name="Google Shape;151;p25"/>
          <p:cNvSpPr txBox="1"/>
          <p:nvPr/>
        </p:nvSpPr>
        <p:spPr>
          <a:xfrm>
            <a:off x="8085053" y="4622725"/>
            <a:ext cx="857466" cy="19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62F6E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800" u="none" cap="none" strike="noStrike">
              <a:solidFill>
                <a:srgbClr val="062F6E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8380373" y="238943"/>
            <a:ext cx="562146" cy="23235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53" name="Google Shape;153;p25"/>
          <p:cNvSpPr/>
          <p:nvPr/>
        </p:nvSpPr>
        <p:spPr>
          <a:xfrm flipH="1">
            <a:off x="121" y="4924754"/>
            <a:ext cx="9143879" cy="21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Option 2_6">
  <p:cSld name="Content Slide Option 2_6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6"/>
          <p:cNvSpPr/>
          <p:nvPr/>
        </p:nvSpPr>
        <p:spPr>
          <a:xfrm>
            <a:off x="0" y="0"/>
            <a:ext cx="9144000" cy="826994"/>
          </a:xfrm>
          <a:prstGeom prst="rect">
            <a:avLst/>
          </a:prstGeom>
          <a:gradFill>
            <a:gsLst>
              <a:gs pos="0">
                <a:schemeClr val="dk1"/>
              </a:gs>
              <a:gs pos="3000">
                <a:schemeClr val="dk1"/>
              </a:gs>
              <a:gs pos="46000">
                <a:schemeClr val="dk2"/>
              </a:gs>
              <a:gs pos="86000">
                <a:schemeClr val="dk1"/>
              </a:gs>
              <a:gs pos="100000">
                <a:schemeClr val="dk1"/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2700">
            <a:solidFill>
              <a:srgbClr val="6B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56" name="Google Shape;156;p26"/>
          <p:cNvSpPr txBox="1"/>
          <p:nvPr>
            <p:ph type="title"/>
          </p:nvPr>
        </p:nvSpPr>
        <p:spPr>
          <a:xfrm>
            <a:off x="577851" y="273844"/>
            <a:ext cx="7379446" cy="4058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Franklin Gothic"/>
              <a:buNone/>
              <a:defRPr b="0" i="0" sz="2600" cap="none">
                <a:solidFill>
                  <a:schemeClr val="accen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628650" y="1700810"/>
            <a:ext cx="2397443" cy="26648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None/>
              <a:defRPr b="0" i="0" sz="14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8" name="Google Shape;158;p26"/>
          <p:cNvSpPr txBox="1"/>
          <p:nvPr>
            <p:ph idx="2" type="body"/>
          </p:nvPr>
        </p:nvSpPr>
        <p:spPr>
          <a:xfrm>
            <a:off x="628650" y="1263980"/>
            <a:ext cx="2397443" cy="2779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Franklin Gothic"/>
              <a:buNone/>
              <a:defRPr b="1" i="0" sz="1500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59" name="Google Shape;159;p26"/>
          <p:cNvSpPr txBox="1"/>
          <p:nvPr>
            <p:ph idx="3" type="body"/>
          </p:nvPr>
        </p:nvSpPr>
        <p:spPr>
          <a:xfrm>
            <a:off x="3376136" y="1700810"/>
            <a:ext cx="2400300" cy="26648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None/>
              <a:defRPr b="0" i="0" sz="14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0" name="Google Shape;160;p26"/>
          <p:cNvSpPr txBox="1"/>
          <p:nvPr>
            <p:ph idx="4" type="body"/>
          </p:nvPr>
        </p:nvSpPr>
        <p:spPr>
          <a:xfrm>
            <a:off x="3376136" y="1263980"/>
            <a:ext cx="2400300" cy="2779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Franklin Gothic"/>
              <a:buNone/>
              <a:defRPr b="1" i="0" sz="1500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1" name="Google Shape;161;p26"/>
          <p:cNvSpPr txBox="1"/>
          <p:nvPr>
            <p:ph idx="5" type="body"/>
          </p:nvPr>
        </p:nvSpPr>
        <p:spPr>
          <a:xfrm>
            <a:off x="6126480" y="1700810"/>
            <a:ext cx="2400300" cy="26648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"/>
              <a:buNone/>
              <a:defRPr b="0" i="0" sz="14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75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>
                <a:latin typeface="Montserrat"/>
                <a:ea typeface="Montserrat"/>
                <a:cs typeface="Montserrat"/>
                <a:sym typeface="Montserrat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2" name="Google Shape;162;p26"/>
          <p:cNvSpPr txBox="1"/>
          <p:nvPr>
            <p:ph idx="6" type="body"/>
          </p:nvPr>
        </p:nvSpPr>
        <p:spPr>
          <a:xfrm>
            <a:off x="6126480" y="1263980"/>
            <a:ext cx="2400300" cy="27794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1500"/>
              <a:buFont typeface="Franklin Gothic"/>
              <a:buNone/>
              <a:defRPr b="1" i="0" sz="1500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26"/>
          <p:cNvSpPr txBox="1"/>
          <p:nvPr/>
        </p:nvSpPr>
        <p:spPr>
          <a:xfrm>
            <a:off x="8085053" y="4622725"/>
            <a:ext cx="857466" cy="19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800" u="none" cap="none" strike="noStrike">
              <a:solidFill>
                <a:srgbClr val="052838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4" name="Google Shape;164;p26"/>
          <p:cNvSpPr/>
          <p:nvPr/>
        </p:nvSpPr>
        <p:spPr>
          <a:xfrm>
            <a:off x="8380373" y="238943"/>
            <a:ext cx="562146" cy="23235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65" name="Google Shape;165;p26"/>
          <p:cNvSpPr/>
          <p:nvPr/>
        </p:nvSpPr>
        <p:spPr>
          <a:xfrm flipH="1">
            <a:off x="121" y="4924754"/>
            <a:ext cx="9143879" cy="21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Option 2_2">
  <p:cSld name="Content Slide Option 2_2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/>
          <p:nvPr/>
        </p:nvSpPr>
        <p:spPr>
          <a:xfrm flipH="1">
            <a:off x="121" y="4924754"/>
            <a:ext cx="9143879" cy="21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8" name="Google Shape;168;p27"/>
          <p:cNvSpPr/>
          <p:nvPr/>
        </p:nvSpPr>
        <p:spPr>
          <a:xfrm>
            <a:off x="0" y="0"/>
            <a:ext cx="9144000" cy="826994"/>
          </a:xfrm>
          <a:prstGeom prst="rect">
            <a:avLst/>
          </a:prstGeom>
          <a:gradFill>
            <a:gsLst>
              <a:gs pos="0">
                <a:schemeClr val="dk1"/>
              </a:gs>
              <a:gs pos="3000">
                <a:schemeClr val="dk1"/>
              </a:gs>
              <a:gs pos="46000">
                <a:schemeClr val="dk2"/>
              </a:gs>
              <a:gs pos="86000">
                <a:schemeClr val="dk1"/>
              </a:gs>
              <a:gs pos="100000">
                <a:schemeClr val="dk1"/>
              </a:gs>
            </a:gsLst>
            <a:path path="circle">
              <a:fillToRect b="100%" l="0%" r="100%" t="0%"/>
            </a:path>
            <a:tileRect b="0%" l="-100%" r="0%" t="-100%"/>
          </a:gradFill>
          <a:ln cap="flat" cmpd="sng" w="12700">
            <a:solidFill>
              <a:srgbClr val="6B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69" name="Google Shape;169;p27"/>
          <p:cNvSpPr/>
          <p:nvPr>
            <p:ph idx="2" type="pic"/>
          </p:nvPr>
        </p:nvSpPr>
        <p:spPr>
          <a:xfrm>
            <a:off x="0" y="838552"/>
            <a:ext cx="3511296" cy="430494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0" name="Google Shape;170;p27"/>
          <p:cNvSpPr txBox="1"/>
          <p:nvPr/>
        </p:nvSpPr>
        <p:spPr>
          <a:xfrm>
            <a:off x="8085053" y="4622725"/>
            <a:ext cx="857466" cy="19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62F6E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800" u="none" cap="none" strike="noStrike">
              <a:solidFill>
                <a:srgbClr val="062F6E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1" name="Google Shape;171;p27"/>
          <p:cNvSpPr txBox="1"/>
          <p:nvPr>
            <p:ph idx="1" type="body"/>
          </p:nvPr>
        </p:nvSpPr>
        <p:spPr>
          <a:xfrm>
            <a:off x="4022803" y="1224516"/>
            <a:ext cx="4198434" cy="3239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sz="14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048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048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048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048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  <a:defRPr sz="12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72" name="Google Shape;172;p27"/>
          <p:cNvSpPr txBox="1"/>
          <p:nvPr>
            <p:ph type="title"/>
          </p:nvPr>
        </p:nvSpPr>
        <p:spPr>
          <a:xfrm>
            <a:off x="579779" y="266167"/>
            <a:ext cx="7652006" cy="41349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600"/>
              <a:buFont typeface="Franklin Gothic"/>
              <a:buNone/>
              <a:defRPr b="0" i="0" sz="2600" cap="none">
                <a:solidFill>
                  <a:schemeClr val="accen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3" name="Google Shape;173;p27"/>
          <p:cNvSpPr/>
          <p:nvPr/>
        </p:nvSpPr>
        <p:spPr>
          <a:xfrm>
            <a:off x="8380373" y="238943"/>
            <a:ext cx="562146" cy="23235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Blank_3">
  <p:cSld name="Content Slide - Blank_3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8"/>
          <p:cNvSpPr txBox="1"/>
          <p:nvPr/>
        </p:nvSpPr>
        <p:spPr>
          <a:xfrm>
            <a:off x="8085053" y="4622725"/>
            <a:ext cx="857466" cy="19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800" u="none" cap="none" strike="noStrike">
              <a:solidFill>
                <a:srgbClr val="052838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Blank_2">
  <p:cSld name="Content Slide - Blank_2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/>
        </p:nvSpPr>
        <p:spPr>
          <a:xfrm>
            <a:off x="8085053" y="4622725"/>
            <a:ext cx="857466" cy="19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78" name="Google Shape;178;p29"/>
          <p:cNvSpPr/>
          <p:nvPr/>
        </p:nvSpPr>
        <p:spPr>
          <a:xfrm>
            <a:off x="8380373" y="252085"/>
            <a:ext cx="562146" cy="23235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79" name="Google Shape;179;p29"/>
          <p:cNvSpPr/>
          <p:nvPr/>
        </p:nvSpPr>
        <p:spPr>
          <a:xfrm flipH="1">
            <a:off x="121" y="4924754"/>
            <a:ext cx="9143879" cy="21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Option_3">
  <p:cSld name="Transition Slide Option_3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0"/>
          <p:cNvSpPr/>
          <p:nvPr/>
        </p:nvSpPr>
        <p:spPr>
          <a:xfrm>
            <a:off x="-1" y="3263900"/>
            <a:ext cx="9144000" cy="1879600"/>
          </a:xfrm>
          <a:prstGeom prst="rect">
            <a:avLst/>
          </a:prstGeom>
          <a:gradFill>
            <a:gsLst>
              <a:gs pos="0">
                <a:schemeClr val="dk1"/>
              </a:gs>
              <a:gs pos="3000">
                <a:schemeClr val="dk1"/>
              </a:gs>
              <a:gs pos="53000">
                <a:schemeClr val="dk2"/>
              </a:gs>
              <a:gs pos="93000">
                <a:schemeClr val="dk1"/>
              </a:gs>
              <a:gs pos="100000">
                <a:schemeClr val="dk1"/>
              </a:gs>
            </a:gsLst>
            <a:path path="circle">
              <a:fillToRect b="0%" l="100%" r="0%" t="100%"/>
            </a:path>
            <a:tileRect b="-100%" l="0%" r="-100%" t="0%"/>
          </a:gradFill>
          <a:ln cap="flat" cmpd="sng" w="12700">
            <a:solidFill>
              <a:srgbClr val="6B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2" name="Google Shape;182;p30"/>
          <p:cNvSpPr/>
          <p:nvPr>
            <p:ph idx="2" type="pic"/>
          </p:nvPr>
        </p:nvSpPr>
        <p:spPr>
          <a:xfrm>
            <a:off x="0" y="0"/>
            <a:ext cx="9143999" cy="32639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3" name="Google Shape;183;p30"/>
          <p:cNvSpPr txBox="1"/>
          <p:nvPr>
            <p:ph idx="1" type="subTitle"/>
          </p:nvPr>
        </p:nvSpPr>
        <p:spPr>
          <a:xfrm>
            <a:off x="574520" y="3663554"/>
            <a:ext cx="5635781" cy="972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300"/>
              <a:buNone/>
              <a:defRPr b="1" i="0" sz="3300" cap="none">
                <a:solidFill>
                  <a:schemeClr val="accen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4" name="Google Shape;184;p30"/>
          <p:cNvSpPr/>
          <p:nvPr/>
        </p:nvSpPr>
        <p:spPr>
          <a:xfrm>
            <a:off x="7415170" y="3822701"/>
            <a:ext cx="1728830" cy="76199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5" name="Google Shape;185;p30"/>
          <p:cNvSpPr/>
          <p:nvPr/>
        </p:nvSpPr>
        <p:spPr>
          <a:xfrm>
            <a:off x="7415169" y="3822701"/>
            <a:ext cx="56980" cy="761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6" name="Google Shape;186;p30"/>
          <p:cNvSpPr/>
          <p:nvPr/>
        </p:nvSpPr>
        <p:spPr>
          <a:xfrm>
            <a:off x="7748253" y="3983174"/>
            <a:ext cx="1069375" cy="442008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ransition Slide Option_3">
  <p:cSld name="1_Transition Slide Option_3"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1"/>
          <p:cNvSpPr/>
          <p:nvPr/>
        </p:nvSpPr>
        <p:spPr>
          <a:xfrm>
            <a:off x="-1" y="1"/>
            <a:ext cx="9144000" cy="5143500"/>
          </a:xfrm>
          <a:prstGeom prst="rect">
            <a:avLst/>
          </a:prstGeom>
          <a:solidFill>
            <a:schemeClr val="accent2"/>
          </a:solidFill>
          <a:ln cap="flat" cmpd="sng" w="12700">
            <a:solidFill>
              <a:srgbClr val="6B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89" name="Google Shape;189;p31"/>
          <p:cNvSpPr/>
          <p:nvPr>
            <p:ph idx="2" type="pic"/>
          </p:nvPr>
        </p:nvSpPr>
        <p:spPr>
          <a:xfrm>
            <a:off x="1" y="2910840"/>
            <a:ext cx="9143999" cy="22326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0" name="Google Shape;190;p31"/>
          <p:cNvSpPr txBox="1"/>
          <p:nvPr>
            <p:ph idx="1" type="subTitle"/>
          </p:nvPr>
        </p:nvSpPr>
        <p:spPr>
          <a:xfrm>
            <a:off x="574520" y="1167650"/>
            <a:ext cx="5033801" cy="9721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68575" spcFirstLastPara="1" rIns="68575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3300"/>
              <a:buNone/>
              <a:defRPr b="1" i="0" sz="3300" cap="none">
                <a:solidFill>
                  <a:schemeClr val="dk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91" name="Google Shape;191;p31"/>
          <p:cNvSpPr/>
          <p:nvPr/>
        </p:nvSpPr>
        <p:spPr>
          <a:xfrm>
            <a:off x="4795504" y="497586"/>
            <a:ext cx="4348496" cy="184346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Option_6">
  <p:cSld name="Transition Slide Option_6"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2"/>
          <p:cNvSpPr/>
          <p:nvPr/>
        </p:nvSpPr>
        <p:spPr>
          <a:xfrm>
            <a:off x="0" y="-1"/>
            <a:ext cx="9144000" cy="5036818"/>
          </a:xfrm>
          <a:prstGeom prst="rect">
            <a:avLst/>
          </a:prstGeom>
          <a:gradFill>
            <a:gsLst>
              <a:gs pos="0">
                <a:schemeClr val="dk1"/>
              </a:gs>
              <a:gs pos="22000">
                <a:schemeClr val="dk1"/>
              </a:gs>
              <a:gs pos="41000">
                <a:schemeClr val="accent1"/>
              </a:gs>
              <a:gs pos="71000">
                <a:schemeClr val="dk1"/>
              </a:gs>
              <a:gs pos="90000">
                <a:srgbClr val="D8F0F6"/>
              </a:gs>
              <a:gs pos="100000">
                <a:srgbClr val="D8F0F6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</p:sp>
      <p:sp>
        <p:nvSpPr>
          <p:cNvPr id="194" name="Google Shape;194;p32"/>
          <p:cNvSpPr/>
          <p:nvPr/>
        </p:nvSpPr>
        <p:spPr>
          <a:xfrm flipH="1">
            <a:off x="121" y="4924754"/>
            <a:ext cx="9143879" cy="21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195" name="Google Shape;195;p32"/>
          <p:cNvCxnSpPr/>
          <p:nvPr/>
        </p:nvCxnSpPr>
        <p:spPr>
          <a:xfrm>
            <a:off x="-1912" y="4917722"/>
            <a:ext cx="9144004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6" name="Google Shape;196;p32"/>
          <p:cNvSpPr txBox="1"/>
          <p:nvPr/>
        </p:nvSpPr>
        <p:spPr>
          <a:xfrm>
            <a:off x="8239664" y="4622725"/>
            <a:ext cx="702855" cy="24693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8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197" name="Google Shape;197;p32"/>
          <p:cNvSpPr/>
          <p:nvPr>
            <p:ph idx="2" type="pic"/>
          </p:nvPr>
        </p:nvSpPr>
        <p:spPr>
          <a:xfrm>
            <a:off x="337820" y="0"/>
            <a:ext cx="3677961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8" name="Google Shape;198;p32"/>
          <p:cNvSpPr/>
          <p:nvPr/>
        </p:nvSpPr>
        <p:spPr>
          <a:xfrm>
            <a:off x="4795504" y="497586"/>
            <a:ext cx="4348496" cy="1843461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99" name="Google Shape;199;p32"/>
          <p:cNvSpPr txBox="1"/>
          <p:nvPr>
            <p:ph idx="1" type="subTitle"/>
          </p:nvPr>
        </p:nvSpPr>
        <p:spPr>
          <a:xfrm>
            <a:off x="4457685" y="813125"/>
            <a:ext cx="3677961" cy="305584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600"/>
              <a:buNone/>
              <a:defRPr b="1" i="0" sz="2600" cap="non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ransition Slide Option_7">
  <p:cSld name="Transition Slide Option_7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3"/>
          <p:cNvSpPr/>
          <p:nvPr/>
        </p:nvSpPr>
        <p:spPr>
          <a:xfrm>
            <a:off x="0" y="-5435"/>
            <a:ext cx="9144000" cy="5148935"/>
          </a:xfrm>
          <a:prstGeom prst="rect">
            <a:avLst/>
          </a:prstGeom>
          <a:gradFill>
            <a:gsLst>
              <a:gs pos="0">
                <a:schemeClr val="dk1"/>
              </a:gs>
              <a:gs pos="3000">
                <a:schemeClr val="dk1"/>
              </a:gs>
              <a:gs pos="46000">
                <a:schemeClr val="dk2"/>
              </a:gs>
              <a:gs pos="86000">
                <a:schemeClr val="dk1"/>
              </a:gs>
              <a:gs pos="100000">
                <a:schemeClr val="dk1"/>
              </a:gs>
            </a:gsLst>
            <a:path path="circle">
              <a:fillToRect b="100%" l="0%" r="100%" t="0%"/>
            </a:path>
            <a:tileRect b="0%" l="-100%" r="0%" t="-100%"/>
          </a:gra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2" name="Google Shape;202;p33"/>
          <p:cNvSpPr txBox="1"/>
          <p:nvPr>
            <p:ph idx="1" type="subTitle"/>
          </p:nvPr>
        </p:nvSpPr>
        <p:spPr>
          <a:xfrm>
            <a:off x="1288796" y="1988820"/>
            <a:ext cx="6566408" cy="22631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4100"/>
              <a:buNone/>
              <a:defRPr b="1" i="0" sz="4100" cap="none">
                <a:solidFill>
                  <a:schemeClr val="accen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3" name="Google Shape;203;p33"/>
          <p:cNvSpPr/>
          <p:nvPr/>
        </p:nvSpPr>
        <p:spPr>
          <a:xfrm rot="-5400000">
            <a:off x="4164331" y="-117363"/>
            <a:ext cx="815339" cy="10500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04" name="Google Shape;204;p33"/>
          <p:cNvSpPr/>
          <p:nvPr/>
        </p:nvSpPr>
        <p:spPr>
          <a:xfrm>
            <a:off x="4189139" y="281098"/>
            <a:ext cx="811442" cy="33539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05" name="Google Shape;205;p33"/>
          <p:cNvSpPr/>
          <p:nvPr/>
        </p:nvSpPr>
        <p:spPr>
          <a:xfrm rot="-5400000">
            <a:off x="4550938" y="274944"/>
            <a:ext cx="42131" cy="10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ransition Slide Option_7">
  <p:cSld name="1_Transition Slide Option_7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idx="1" type="subTitle"/>
          </p:nvPr>
        </p:nvSpPr>
        <p:spPr>
          <a:xfrm>
            <a:off x="812800" y="897591"/>
            <a:ext cx="6566408" cy="3354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4100"/>
              <a:buNone/>
              <a:defRPr b="1" i="0" sz="4100" cap="none">
                <a:solidFill>
                  <a:srgbClr val="B8EF60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8" name="Google Shape;208;p3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dk1"/>
              </a:gs>
              <a:gs pos="22000">
                <a:schemeClr val="dk1"/>
              </a:gs>
              <a:gs pos="41000">
                <a:schemeClr val="accent1"/>
              </a:gs>
              <a:gs pos="71000">
                <a:schemeClr val="dk1"/>
              </a:gs>
              <a:gs pos="90000">
                <a:srgbClr val="D8F0F6"/>
              </a:gs>
              <a:gs pos="100000">
                <a:srgbClr val="D8F0F6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</p:sp>
      <p:sp>
        <p:nvSpPr>
          <p:cNvPr id="209" name="Google Shape;209;p34"/>
          <p:cNvSpPr txBox="1"/>
          <p:nvPr/>
        </p:nvSpPr>
        <p:spPr>
          <a:xfrm>
            <a:off x="1288796" y="1988820"/>
            <a:ext cx="6566408" cy="226313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8EF60"/>
              </a:buClr>
              <a:buSzPts val="4100"/>
              <a:buFont typeface="Arial"/>
              <a:buNone/>
            </a:pPr>
            <a:r>
              <a:rPr b="1" i="0" lang="en" sz="4100" u="none" cap="none" strike="noStrike">
                <a:solidFill>
                  <a:schemeClr val="lt1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Click to Edit Transition Slide Title Here</a:t>
            </a:r>
            <a:endParaRPr sz="1100"/>
          </a:p>
        </p:txBody>
      </p:sp>
      <p:sp>
        <p:nvSpPr>
          <p:cNvPr id="210" name="Google Shape;210;p34"/>
          <p:cNvSpPr/>
          <p:nvPr/>
        </p:nvSpPr>
        <p:spPr>
          <a:xfrm rot="-5400000">
            <a:off x="4164331" y="-117363"/>
            <a:ext cx="815339" cy="10500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1" name="Google Shape;211;p34"/>
          <p:cNvSpPr/>
          <p:nvPr/>
        </p:nvSpPr>
        <p:spPr>
          <a:xfrm>
            <a:off x="4189139" y="281098"/>
            <a:ext cx="811442" cy="335396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2" name="Google Shape;212;p34"/>
          <p:cNvSpPr/>
          <p:nvPr/>
        </p:nvSpPr>
        <p:spPr>
          <a:xfrm rot="-5400000">
            <a:off x="4550938" y="274944"/>
            <a:ext cx="42131" cy="105006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losing Slide_2">
  <p:cSld name="1_Closing Slide_2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5"/>
          <p:cNvSpPr/>
          <p:nvPr/>
        </p:nvSpPr>
        <p:spPr>
          <a:xfrm flipH="1">
            <a:off x="121" y="4163516"/>
            <a:ext cx="9143879" cy="8844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15" name="Google Shape;215;p35"/>
          <p:cNvSpPr/>
          <p:nvPr/>
        </p:nvSpPr>
        <p:spPr>
          <a:xfrm>
            <a:off x="3344990" y="2096764"/>
            <a:ext cx="2454021" cy="141190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6" name="Google Shape;216;p35"/>
          <p:cNvSpPr/>
          <p:nvPr/>
        </p:nvSpPr>
        <p:spPr>
          <a:xfrm>
            <a:off x="3344990" y="2089906"/>
            <a:ext cx="2454021" cy="141190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_2">
  <p:cSld name="Closing Slide_2"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6"/>
          <p:cNvSpPr/>
          <p:nvPr/>
        </p:nvSpPr>
        <p:spPr>
          <a:xfrm>
            <a:off x="3344990" y="2096764"/>
            <a:ext cx="2454021" cy="141190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19" name="Google Shape;219;p36"/>
          <p:cNvSpPr/>
          <p:nvPr/>
        </p:nvSpPr>
        <p:spPr>
          <a:xfrm flipH="1">
            <a:off x="121" y="4163516"/>
            <a:ext cx="9143879" cy="884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Closing Slide_2">
  <p:cSld name="2_Closing Slide_2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chemeClr val="dk1"/>
              </a:gs>
              <a:gs pos="22000">
                <a:schemeClr val="dk1"/>
              </a:gs>
              <a:gs pos="41000">
                <a:schemeClr val="accent1"/>
              </a:gs>
              <a:gs pos="71000">
                <a:schemeClr val="dk1"/>
              </a:gs>
              <a:gs pos="90000">
                <a:srgbClr val="D8F0F6"/>
              </a:gs>
              <a:gs pos="100000">
                <a:srgbClr val="D8F0F6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</p:sp>
      <p:sp>
        <p:nvSpPr>
          <p:cNvPr id="222" name="Google Shape;222;p37"/>
          <p:cNvSpPr/>
          <p:nvPr/>
        </p:nvSpPr>
        <p:spPr>
          <a:xfrm>
            <a:off x="3344990" y="2089906"/>
            <a:ext cx="2454021" cy="1411903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23" name="Google Shape;223;p37"/>
          <p:cNvSpPr/>
          <p:nvPr/>
        </p:nvSpPr>
        <p:spPr>
          <a:xfrm flipH="1">
            <a:off x="121" y="4163516"/>
            <a:ext cx="9143879" cy="884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8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ranklin Gothic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6" name="Google Shape;226;p3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lide - Blank_1">
  <p:cSld name="Content Slide - Blank_1"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9"/>
          <p:cNvSpPr txBox="1"/>
          <p:nvPr/>
        </p:nvSpPr>
        <p:spPr>
          <a:xfrm>
            <a:off x="8085053" y="4622725"/>
            <a:ext cx="857466" cy="19043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" sz="800" u="none" cap="none" strike="noStrike">
                <a:solidFill>
                  <a:srgbClr val="062F6E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‹#›</a:t>
            </a:fld>
            <a:endParaRPr b="0" i="0" sz="800" u="none" cap="none" strike="noStrike">
              <a:solidFill>
                <a:srgbClr val="062F6E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sp>
        <p:nvSpPr>
          <p:cNvPr id="229" name="Google Shape;229;p39"/>
          <p:cNvSpPr/>
          <p:nvPr/>
        </p:nvSpPr>
        <p:spPr>
          <a:xfrm>
            <a:off x="8380373" y="252085"/>
            <a:ext cx="562146" cy="23235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0" name="Google Shape;230;p39"/>
          <p:cNvSpPr/>
          <p:nvPr/>
        </p:nvSpPr>
        <p:spPr>
          <a:xfrm>
            <a:off x="0" y="0"/>
            <a:ext cx="9144000" cy="4972050"/>
          </a:xfrm>
          <a:prstGeom prst="rect">
            <a:avLst/>
          </a:prstGeom>
          <a:gradFill>
            <a:gsLst>
              <a:gs pos="0">
                <a:schemeClr val="dk1"/>
              </a:gs>
              <a:gs pos="22000">
                <a:schemeClr val="dk1"/>
              </a:gs>
              <a:gs pos="41000">
                <a:schemeClr val="accent1"/>
              </a:gs>
              <a:gs pos="71000">
                <a:schemeClr val="dk1"/>
              </a:gs>
              <a:gs pos="90000">
                <a:srgbClr val="D8F0F6"/>
              </a:gs>
              <a:gs pos="100000">
                <a:srgbClr val="D8F0F6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</p:sp>
      <p:sp>
        <p:nvSpPr>
          <p:cNvPr id="231" name="Google Shape;231;p39"/>
          <p:cNvSpPr/>
          <p:nvPr/>
        </p:nvSpPr>
        <p:spPr>
          <a:xfrm>
            <a:off x="8380373" y="238943"/>
            <a:ext cx="562146" cy="232354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32" name="Google Shape;232;p39"/>
          <p:cNvSpPr/>
          <p:nvPr/>
        </p:nvSpPr>
        <p:spPr>
          <a:xfrm flipH="1">
            <a:off x="121" y="4924754"/>
            <a:ext cx="9143879" cy="21874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cxnSp>
        <p:nvCxnSpPr>
          <p:cNvPr id="233" name="Google Shape;233;p39"/>
          <p:cNvCxnSpPr/>
          <p:nvPr/>
        </p:nvCxnSpPr>
        <p:spPr>
          <a:xfrm>
            <a:off x="-1912" y="4917722"/>
            <a:ext cx="9144004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2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0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1" Type="http://schemas.openxmlformats.org/officeDocument/2006/relationships/image" Target="../media/image32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8" Type="http://schemas.openxmlformats.org/officeDocument/2006/relationships/theme" Target="../theme/theme2.xml"/><Relationship Id="rId2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75056"/>
              </a:buClr>
              <a:buSzPts val="2400"/>
              <a:buFont typeface="Franklin Gothic"/>
              <a:buNone/>
              <a:defRPr b="1" i="0" sz="2400" u="none" cap="none" strike="noStrike">
                <a:solidFill>
                  <a:srgbClr val="075056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B8EF6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175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8EF6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8EF6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8EF6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B8EF60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052838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  <p:sldLayoutId id="2147483675" r:id="rId18"/>
    <p:sldLayoutId id="2147483676" r:id="rId19"/>
    <p:sldLayoutId id="2147483677" r:id="rId20"/>
    <p:sldLayoutId id="2147483678" r:id="rId21"/>
    <p:sldLayoutId id="2147483679" r:id="rId22"/>
    <p:sldLayoutId id="2147483680" r:id="rId23"/>
    <p:sldLayoutId id="2147483681" r:id="rId24"/>
    <p:sldLayoutId id="2147483682" r:id="rId25"/>
    <p:sldLayoutId id="2147483683" r:id="rId26"/>
    <p:sldLayoutId id="2147483684" r:id="rId2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Relationship Id="rId4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jpg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jpg"/><Relationship Id="rId4" Type="http://schemas.openxmlformats.org/officeDocument/2006/relationships/image" Target="../media/image12.png"/><Relationship Id="rId5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jpg"/><Relationship Id="rId4" Type="http://schemas.openxmlformats.org/officeDocument/2006/relationships/image" Target="../media/image4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2.jpg"/><Relationship Id="rId4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6.jp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jp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jpg"/><Relationship Id="rId4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9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9.jpg"/><Relationship Id="rId4" Type="http://schemas.openxmlformats.org/officeDocument/2006/relationships/image" Target="../media/image28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4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6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6.jpg"/><Relationship Id="rId4" Type="http://schemas.openxmlformats.org/officeDocument/2006/relationships/image" Target="../media/image39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8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40"/>
          <p:cNvSpPr txBox="1"/>
          <p:nvPr/>
        </p:nvSpPr>
        <p:spPr>
          <a:xfrm>
            <a:off x="841900" y="3157125"/>
            <a:ext cx="3858600" cy="6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52838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  <p:pic>
        <p:nvPicPr>
          <p:cNvPr id="240" name="Google Shape;24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050" y="3263271"/>
            <a:ext cx="4702309" cy="63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40"/>
          <p:cNvSpPr txBox="1"/>
          <p:nvPr>
            <p:ph idx="4294967295" type="subTitle"/>
          </p:nvPr>
        </p:nvSpPr>
        <p:spPr>
          <a:xfrm>
            <a:off x="647088" y="1097809"/>
            <a:ext cx="4571400" cy="17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2" name="Google Shape;242;p40"/>
          <p:cNvSpPr txBox="1"/>
          <p:nvPr>
            <p:ph idx="4294967295" type="body"/>
          </p:nvPr>
        </p:nvSpPr>
        <p:spPr>
          <a:xfrm>
            <a:off x="647086" y="2928947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5325" y="3371050"/>
            <a:ext cx="5372550" cy="72152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41"/>
          <p:cNvSpPr txBox="1"/>
          <p:nvPr>
            <p:ph idx="4294967295" type="subTitle"/>
          </p:nvPr>
        </p:nvSpPr>
        <p:spPr>
          <a:xfrm>
            <a:off x="3438038" y="1650934"/>
            <a:ext cx="4571400" cy="17946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9" name="Google Shape;249;p41"/>
          <p:cNvSpPr txBox="1"/>
          <p:nvPr>
            <p:ph idx="4294967295" type="body"/>
          </p:nvPr>
        </p:nvSpPr>
        <p:spPr>
          <a:xfrm>
            <a:off x="3438036" y="348207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42"/>
          <p:cNvSpPr txBox="1"/>
          <p:nvPr>
            <p:ph idx="1" type="subTitle"/>
          </p:nvPr>
        </p:nvSpPr>
        <p:spPr>
          <a:xfrm>
            <a:off x="2874788" y="1118945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42"/>
          <p:cNvSpPr txBox="1"/>
          <p:nvPr>
            <p:ph idx="2" type="body"/>
          </p:nvPr>
        </p:nvSpPr>
        <p:spPr>
          <a:xfrm>
            <a:off x="2874787" y="2950083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6" name="Google Shape;256;p42" title="ClearOnc - PPT v1 (1)-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06577" y="3560579"/>
            <a:ext cx="5724549" cy="7569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42"/>
          <p:cNvSpPr txBox="1"/>
          <p:nvPr>
            <p:ph idx="1" type="subTitle"/>
          </p:nvPr>
        </p:nvSpPr>
        <p:spPr>
          <a:xfrm>
            <a:off x="2641138" y="1286359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9" name="Google Shape;259;p42"/>
          <p:cNvSpPr txBox="1"/>
          <p:nvPr>
            <p:ph idx="2" type="body"/>
          </p:nvPr>
        </p:nvSpPr>
        <p:spPr>
          <a:xfrm>
            <a:off x="2641136" y="3117497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3"/>
          <p:cNvSpPr txBox="1"/>
          <p:nvPr>
            <p:ph idx="1" type="subTitle"/>
          </p:nvPr>
        </p:nvSpPr>
        <p:spPr>
          <a:xfrm>
            <a:off x="2493788" y="1168094"/>
            <a:ext cx="4571477" cy="179456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</a:pPr>
            <a:r>
              <a:t/>
            </a:r>
            <a:endParaRPr/>
          </a:p>
        </p:txBody>
      </p:sp>
      <p:sp>
        <p:nvSpPr>
          <p:cNvPr id="265" name="Google Shape;265;p43"/>
          <p:cNvSpPr txBox="1"/>
          <p:nvPr>
            <p:ph idx="2" type="body"/>
          </p:nvPr>
        </p:nvSpPr>
        <p:spPr>
          <a:xfrm>
            <a:off x="2493786" y="2999232"/>
            <a:ext cx="4608054" cy="61036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Libre Franklin Medium"/>
              <a:buNone/>
            </a:pPr>
            <a:r>
              <a:t/>
            </a:r>
            <a:endParaRPr/>
          </a:p>
        </p:txBody>
      </p:sp>
      <p:pic>
        <p:nvPicPr>
          <p:cNvPr id="266" name="Google Shape;266;p43" title="ClearOnc - PPT v1 (1)-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43"/>
          <p:cNvSpPr txBox="1"/>
          <p:nvPr>
            <p:ph idx="1" type="subTitle"/>
          </p:nvPr>
        </p:nvSpPr>
        <p:spPr>
          <a:xfrm>
            <a:off x="741188" y="120238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43"/>
          <p:cNvSpPr txBox="1"/>
          <p:nvPr>
            <p:ph idx="2" type="body"/>
          </p:nvPr>
        </p:nvSpPr>
        <p:spPr>
          <a:xfrm>
            <a:off x="741186" y="303352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4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44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5" name="Google Shape;275;p44" title="ClearOnc - PPT v1 (1)-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" y="534550"/>
            <a:ext cx="5014647" cy="20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9863" y="2571750"/>
            <a:ext cx="4571399" cy="62787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44"/>
          <p:cNvSpPr txBox="1"/>
          <p:nvPr>
            <p:ph idx="1" type="subTitle"/>
          </p:nvPr>
        </p:nvSpPr>
        <p:spPr>
          <a:xfrm>
            <a:off x="741200" y="1202380"/>
            <a:ext cx="4571400" cy="7521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lang="en" sz="1500">
                <a:solidFill>
                  <a:srgbClr val="075056"/>
                </a:solidFill>
                <a:latin typeface="Libre Franklin"/>
                <a:ea typeface="Libre Franklin"/>
                <a:cs typeface="Libre Franklin"/>
                <a:sym typeface="Libre Franklin"/>
              </a:rPr>
              <a:t>Client Case Manager Experience - Create a Case</a:t>
            </a:r>
            <a:endParaRPr b="1" sz="1500">
              <a:solidFill>
                <a:srgbClr val="075056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44"/>
          <p:cNvSpPr txBox="1"/>
          <p:nvPr>
            <p:ph idx="2" type="body"/>
          </p:nvPr>
        </p:nvSpPr>
        <p:spPr>
          <a:xfrm>
            <a:off x="741186" y="303352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45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45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6" name="Google Shape;286;p45" title="ClearOnc - PPT v1 (1)-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825" y="531550"/>
            <a:ext cx="5337650" cy="21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525" y="2712800"/>
            <a:ext cx="5337649" cy="77175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45"/>
          <p:cNvSpPr txBox="1"/>
          <p:nvPr>
            <p:ph idx="1" type="subTitle"/>
          </p:nvPr>
        </p:nvSpPr>
        <p:spPr>
          <a:xfrm>
            <a:off x="699213" y="84458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45"/>
          <p:cNvSpPr txBox="1"/>
          <p:nvPr>
            <p:ph idx="2" type="body"/>
          </p:nvPr>
        </p:nvSpPr>
        <p:spPr>
          <a:xfrm>
            <a:off x="699211" y="267572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6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46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7" name="Google Shape;297;p46" title="ClearOnc - PPT v1 (1)-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46"/>
          <p:cNvSpPr txBox="1"/>
          <p:nvPr>
            <p:ph idx="1" type="subTitle"/>
          </p:nvPr>
        </p:nvSpPr>
        <p:spPr>
          <a:xfrm>
            <a:off x="741188" y="120238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6"/>
          <p:cNvSpPr txBox="1"/>
          <p:nvPr>
            <p:ph idx="2" type="body"/>
          </p:nvPr>
        </p:nvSpPr>
        <p:spPr>
          <a:xfrm>
            <a:off x="741186" y="303352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47"/>
          <p:cNvSpPr txBox="1"/>
          <p:nvPr>
            <p:ph idx="1" type="subTitle"/>
          </p:nvPr>
        </p:nvSpPr>
        <p:spPr>
          <a:xfrm>
            <a:off x="741188" y="120238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47"/>
          <p:cNvSpPr txBox="1"/>
          <p:nvPr>
            <p:ph idx="2" type="body"/>
          </p:nvPr>
        </p:nvSpPr>
        <p:spPr>
          <a:xfrm>
            <a:off x="741186" y="303352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6" name="Google Shape;306;p47" title="ClearOnc - PPT v1 (1)-8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47"/>
          <p:cNvSpPr txBox="1"/>
          <p:nvPr>
            <p:ph idx="1" type="subTitle"/>
          </p:nvPr>
        </p:nvSpPr>
        <p:spPr>
          <a:xfrm>
            <a:off x="741188" y="120238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47"/>
          <p:cNvSpPr txBox="1"/>
          <p:nvPr>
            <p:ph idx="2" type="body"/>
          </p:nvPr>
        </p:nvSpPr>
        <p:spPr>
          <a:xfrm>
            <a:off x="741186" y="303352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8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48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5" name="Google Shape;315;p48" title="ClearOnc - PPT v1 (1)-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8"/>
          <p:cNvSpPr txBox="1"/>
          <p:nvPr>
            <p:ph idx="1" type="subTitle"/>
          </p:nvPr>
        </p:nvSpPr>
        <p:spPr>
          <a:xfrm>
            <a:off x="741188" y="120238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48"/>
          <p:cNvSpPr txBox="1"/>
          <p:nvPr>
            <p:ph idx="2" type="body"/>
          </p:nvPr>
        </p:nvSpPr>
        <p:spPr>
          <a:xfrm>
            <a:off x="741186" y="303352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9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49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4" name="Google Shape;324;p49" title="ClearOnc - PPT v1 (1)-1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12" y="0"/>
            <a:ext cx="35147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49"/>
          <p:cNvSpPr txBox="1"/>
          <p:nvPr>
            <p:ph idx="1" type="subTitle"/>
          </p:nvPr>
        </p:nvSpPr>
        <p:spPr>
          <a:xfrm>
            <a:off x="3806288" y="1254859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9"/>
          <p:cNvSpPr txBox="1"/>
          <p:nvPr>
            <p:ph idx="2" type="body"/>
          </p:nvPr>
        </p:nvSpPr>
        <p:spPr>
          <a:xfrm>
            <a:off x="3806286" y="3085997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49"/>
          <p:cNvSpPr/>
          <p:nvPr>
            <p:ph idx="2" type="pic"/>
          </p:nvPr>
        </p:nvSpPr>
        <p:spPr>
          <a:xfrm>
            <a:off x="0" y="-1"/>
            <a:ext cx="3511200" cy="51435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50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50" title="ClearOnc - PPT v1 (1)-1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50"/>
          <p:cNvSpPr txBox="1"/>
          <p:nvPr>
            <p:ph idx="1" type="subTitle"/>
          </p:nvPr>
        </p:nvSpPr>
        <p:spPr>
          <a:xfrm>
            <a:off x="289823" y="1233850"/>
            <a:ext cx="37095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50"/>
          <p:cNvSpPr txBox="1"/>
          <p:nvPr>
            <p:ph idx="2" type="body"/>
          </p:nvPr>
        </p:nvSpPr>
        <p:spPr>
          <a:xfrm>
            <a:off x="289800" y="3065000"/>
            <a:ext cx="37095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50"/>
          <p:cNvSpPr txBox="1"/>
          <p:nvPr>
            <p:ph idx="1" type="subTitle"/>
          </p:nvPr>
        </p:nvSpPr>
        <p:spPr>
          <a:xfrm>
            <a:off x="4786603" y="1233850"/>
            <a:ext cx="39999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50"/>
          <p:cNvSpPr txBox="1"/>
          <p:nvPr>
            <p:ph idx="2" type="body"/>
          </p:nvPr>
        </p:nvSpPr>
        <p:spPr>
          <a:xfrm>
            <a:off x="4786601" y="3064997"/>
            <a:ext cx="4032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51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51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6" name="Google Shape;346;p51" title="ClearOnc - PPT v1 (1)-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35500"/>
            <a:ext cx="8090551" cy="61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5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1168100"/>
            <a:ext cx="4258599" cy="3602251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51"/>
          <p:cNvSpPr txBox="1"/>
          <p:nvPr>
            <p:ph idx="1" type="subTitle"/>
          </p:nvPr>
        </p:nvSpPr>
        <p:spPr>
          <a:xfrm>
            <a:off x="741188" y="120238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51"/>
          <p:cNvSpPr txBox="1"/>
          <p:nvPr>
            <p:ph idx="2" type="body"/>
          </p:nvPr>
        </p:nvSpPr>
        <p:spPr>
          <a:xfrm>
            <a:off x="741186" y="303352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2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52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7" name="Google Shape;357;p52" title="ClearOnc - PPT v1 (1)-1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5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5751"/>
            <a:ext cx="7669150" cy="424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9425" y="2558725"/>
            <a:ext cx="2307799" cy="211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5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41250" y="2558725"/>
            <a:ext cx="2307799" cy="211865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52"/>
          <p:cNvSpPr txBox="1"/>
          <p:nvPr>
            <p:ph idx="1" type="subTitle"/>
          </p:nvPr>
        </p:nvSpPr>
        <p:spPr>
          <a:xfrm>
            <a:off x="741188" y="120238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52"/>
          <p:cNvSpPr txBox="1"/>
          <p:nvPr>
            <p:ph idx="2" type="body"/>
          </p:nvPr>
        </p:nvSpPr>
        <p:spPr>
          <a:xfrm>
            <a:off x="741186" y="303352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53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53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9" name="Google Shape;369;p53" title="ClearOnc - PPT v1 (1)-1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95149"/>
            <a:ext cx="7669152" cy="420225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53"/>
          <p:cNvSpPr txBox="1"/>
          <p:nvPr>
            <p:ph idx="1" type="subTitle"/>
          </p:nvPr>
        </p:nvSpPr>
        <p:spPr>
          <a:xfrm>
            <a:off x="3995238" y="122338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53"/>
          <p:cNvSpPr txBox="1"/>
          <p:nvPr>
            <p:ph idx="2" type="body"/>
          </p:nvPr>
        </p:nvSpPr>
        <p:spPr>
          <a:xfrm>
            <a:off x="3995236" y="305452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53"/>
          <p:cNvSpPr/>
          <p:nvPr>
            <p:ph idx="2" type="pic"/>
          </p:nvPr>
        </p:nvSpPr>
        <p:spPr>
          <a:xfrm>
            <a:off x="0" y="829250"/>
            <a:ext cx="3511200" cy="43143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4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54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0" name="Google Shape;380;p54" title="ClearOnc - PPT v1 (1)-15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81" name="Google Shape;381;p54"/>
          <p:cNvSpPr txBox="1"/>
          <p:nvPr>
            <p:ph idx="1" type="subTitle"/>
          </p:nvPr>
        </p:nvSpPr>
        <p:spPr>
          <a:xfrm>
            <a:off x="741181" y="1202375"/>
            <a:ext cx="24303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54"/>
          <p:cNvSpPr txBox="1"/>
          <p:nvPr>
            <p:ph idx="2" type="body"/>
          </p:nvPr>
        </p:nvSpPr>
        <p:spPr>
          <a:xfrm>
            <a:off x="741180" y="3033522"/>
            <a:ext cx="24498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54"/>
          <p:cNvSpPr txBox="1"/>
          <p:nvPr>
            <p:ph idx="1" type="subTitle"/>
          </p:nvPr>
        </p:nvSpPr>
        <p:spPr>
          <a:xfrm>
            <a:off x="3381355" y="1202375"/>
            <a:ext cx="28416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54"/>
          <p:cNvSpPr txBox="1"/>
          <p:nvPr>
            <p:ph idx="2" type="body"/>
          </p:nvPr>
        </p:nvSpPr>
        <p:spPr>
          <a:xfrm>
            <a:off x="3381354" y="3033522"/>
            <a:ext cx="28644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54"/>
          <p:cNvSpPr txBox="1"/>
          <p:nvPr>
            <p:ph idx="1" type="subTitle"/>
          </p:nvPr>
        </p:nvSpPr>
        <p:spPr>
          <a:xfrm>
            <a:off x="6298180" y="1202375"/>
            <a:ext cx="27663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54"/>
          <p:cNvSpPr txBox="1"/>
          <p:nvPr>
            <p:ph idx="2" type="body"/>
          </p:nvPr>
        </p:nvSpPr>
        <p:spPr>
          <a:xfrm>
            <a:off x="6298179" y="3033522"/>
            <a:ext cx="27882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55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55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3" name="Google Shape;393;p55" title="ClearOnc - PPT v1 (1)-16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394" name="Google Shape;394;p55"/>
          <p:cNvSpPr txBox="1"/>
          <p:nvPr>
            <p:ph idx="1" type="subTitle"/>
          </p:nvPr>
        </p:nvSpPr>
        <p:spPr>
          <a:xfrm>
            <a:off x="741188" y="120238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55"/>
          <p:cNvSpPr txBox="1"/>
          <p:nvPr>
            <p:ph idx="2" type="body"/>
          </p:nvPr>
        </p:nvSpPr>
        <p:spPr>
          <a:xfrm>
            <a:off x="741186" y="303352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56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56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02" name="Google Shape;402;p56" title="ClearOnc - PPT v1 (1)-1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56"/>
          <p:cNvSpPr txBox="1"/>
          <p:nvPr>
            <p:ph idx="2" type="body"/>
          </p:nvPr>
        </p:nvSpPr>
        <p:spPr>
          <a:xfrm>
            <a:off x="384311" y="4192947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56"/>
          <p:cNvSpPr/>
          <p:nvPr>
            <p:ph idx="2" type="pic"/>
          </p:nvPr>
        </p:nvSpPr>
        <p:spPr>
          <a:xfrm>
            <a:off x="0" y="0"/>
            <a:ext cx="9144000" cy="32226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7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57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1" name="Google Shape;411;p57" title="ClearOnc - PPT v1 (1)-17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57" title="ClearOnc - PPT v1 (1)-18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57"/>
          <p:cNvSpPr txBox="1"/>
          <p:nvPr>
            <p:ph idx="1" type="subTitle"/>
          </p:nvPr>
        </p:nvSpPr>
        <p:spPr>
          <a:xfrm>
            <a:off x="142863" y="36263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7"/>
          <p:cNvSpPr/>
          <p:nvPr>
            <p:ph idx="2" type="pic"/>
          </p:nvPr>
        </p:nvSpPr>
        <p:spPr>
          <a:xfrm>
            <a:off x="0" y="2907650"/>
            <a:ext cx="9144000" cy="22359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58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58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1" name="Google Shape;421;p58" title="ClearOnc - PPT v1 (1)-19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8"/>
          <p:cNvSpPr txBox="1"/>
          <p:nvPr>
            <p:ph idx="1" type="subTitle"/>
          </p:nvPr>
        </p:nvSpPr>
        <p:spPr>
          <a:xfrm>
            <a:off x="4650153" y="1168100"/>
            <a:ext cx="40257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58"/>
          <p:cNvSpPr txBox="1"/>
          <p:nvPr>
            <p:ph idx="2" type="body"/>
          </p:nvPr>
        </p:nvSpPr>
        <p:spPr>
          <a:xfrm>
            <a:off x="4650151" y="2999247"/>
            <a:ext cx="40581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9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9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0" name="Google Shape;430;p59" title="ClearOnc - PPT v1 (1)-2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59"/>
          <p:cNvSpPr txBox="1"/>
          <p:nvPr>
            <p:ph idx="1" type="subTitle"/>
          </p:nvPr>
        </p:nvSpPr>
        <p:spPr>
          <a:xfrm>
            <a:off x="741188" y="120238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9"/>
          <p:cNvSpPr txBox="1"/>
          <p:nvPr>
            <p:ph idx="2" type="body"/>
          </p:nvPr>
        </p:nvSpPr>
        <p:spPr>
          <a:xfrm>
            <a:off x="741186" y="303352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0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60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9" name="Google Shape;439;p60" title="ClearOnc - PPT v1 (1)-2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61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61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6" name="Google Shape;446;p61" title="ClearOnc - PPT v1 (1)-2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61" title="ClearOnc - PPT v1 (1)-22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62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62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4" name="Google Shape;454;p62" title="ClearOnc - PPT v1 (1)-23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63"/>
          <p:cNvSpPr txBox="1"/>
          <p:nvPr>
            <p:ph idx="1" type="subTitle"/>
          </p:nvPr>
        </p:nvSpPr>
        <p:spPr>
          <a:xfrm>
            <a:off x="2493788" y="1168094"/>
            <a:ext cx="4571400" cy="17946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63"/>
          <p:cNvSpPr txBox="1"/>
          <p:nvPr>
            <p:ph idx="2" type="body"/>
          </p:nvPr>
        </p:nvSpPr>
        <p:spPr>
          <a:xfrm>
            <a:off x="2493786" y="2999232"/>
            <a:ext cx="4608000" cy="6105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61" name="Google Shape;461;p63" title="ClearOnc - PPT v1 (1)-24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ClearOnc">
      <a:dk1>
        <a:srgbClr val="203669"/>
      </a:dk1>
      <a:lt1>
        <a:srgbClr val="FFFFFF"/>
      </a:lt1>
      <a:dk2>
        <a:srgbClr val="00232B"/>
      </a:dk2>
      <a:lt2>
        <a:srgbClr val="E7E6E6"/>
      </a:lt2>
      <a:accent1>
        <a:srgbClr val="FF7900"/>
      </a:accent1>
      <a:accent2>
        <a:srgbClr val="A2DCE9"/>
      </a:accent2>
      <a:accent3>
        <a:srgbClr val="E6E5D3"/>
      </a:accent3>
      <a:accent4>
        <a:srgbClr val="D81271"/>
      </a:accent4>
      <a:accent5>
        <a:srgbClr val="24C8B9"/>
      </a:accent5>
      <a:accent6>
        <a:srgbClr val="55416D"/>
      </a:accent6>
      <a:hlink>
        <a:srgbClr val="0563C1"/>
      </a:hlink>
      <a:folHlink>
        <a:srgbClr val="4E5D8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